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299784" y="1943027"/>
            <a:ext cx="11616881" cy="2118000"/>
          </a:xfrm>
          <a:prstGeom prst="rect">
            <a:avLst/>
          </a:prstGeom>
        </p:spPr>
        <p:txBody>
          <a:bodyPr/>
          <a:lstStyle>
            <a:lvl1pPr>
              <a:defRPr b="1" sz="5000">
                <a:solidFill>
                  <a:srgbClr val="7D34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Network Function Virtualization (NFV) and the OSI Architecture</a:t>
            </a:r>
          </a:p>
        </p:txBody>
      </p:sp>
      <p:pic>
        <p:nvPicPr>
          <p:cNvPr id="9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393" y="183535"/>
            <a:ext cx="11616272" cy="152835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5"/>
          <p:cNvSpPr txBox="1"/>
          <p:nvPr/>
        </p:nvSpPr>
        <p:spPr>
          <a:xfrm>
            <a:off x="8260909" y="5045533"/>
            <a:ext cx="3873120" cy="61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BY: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Y.Geetha Reddy(192572053)</a:t>
            </a:r>
          </a:p>
        </p:txBody>
      </p:sp>
      <p:sp>
        <p:nvSpPr>
          <p:cNvPr id="97" name="TextBox 10"/>
          <p:cNvSpPr txBox="1"/>
          <p:nvPr/>
        </p:nvSpPr>
        <p:spPr>
          <a:xfrm>
            <a:off x="521534" y="5056220"/>
            <a:ext cx="2943590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GUDIDED BY:</a:t>
            </a:r>
          </a:p>
          <a:p>
            <a:pPr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Dr.Jesu Jayarin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xfrm>
            <a:off x="127542" y="1953877"/>
            <a:ext cx="11253279" cy="788921"/>
          </a:xfrm>
          <a:prstGeom prst="rect">
            <a:avLst/>
          </a:prstGeom>
        </p:spPr>
        <p:txBody>
          <a:bodyPr/>
          <a:lstStyle/>
          <a:p>
            <a:pPr defTabSz="804672">
              <a:defRPr sz="1936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rPr b="1" sz="3168">
                <a:solidFill>
                  <a:srgbClr val="7D340D"/>
                </a:solidFill>
              </a:rPr>
              <a:t>INTRODUCTION: </a:t>
            </a:r>
          </a:p>
        </p:txBody>
      </p:sp>
      <p:pic>
        <p:nvPicPr>
          <p:cNvPr id="10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3583" y="183535"/>
            <a:ext cx="11241148" cy="1306206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Network Function Virtualization (NFV) is a technology that replaces network hardware with software-based network functions.…"/>
          <p:cNvSpPr txBox="1"/>
          <p:nvPr/>
        </p:nvSpPr>
        <p:spPr>
          <a:xfrm>
            <a:off x="-14991" y="3098051"/>
            <a:ext cx="12038296" cy="311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Network Function Virtualization (NFV) is a technology that replaces network hardware with software-based network functions.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helps reduce cost, improves flexibility, and makes network management easier.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OSI (Open Systems Interconnection) model is a 7-layer framework that explains how data travels between devices.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Together, NFV and the OSI architecture help build efficient, reliable, and modern computer networks.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220691" y="1569266"/>
            <a:ext cx="11121597" cy="1112758"/>
          </a:xfrm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7D34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What is Network Function Virtualization (NFV)?</a:t>
            </a:r>
          </a:p>
        </p:txBody>
      </p:sp>
      <p:pic>
        <p:nvPicPr>
          <p:cNvPr id="1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5037" y="183535"/>
            <a:ext cx="11676576" cy="1306206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Definition…"/>
          <p:cNvSpPr txBox="1"/>
          <p:nvPr/>
        </p:nvSpPr>
        <p:spPr>
          <a:xfrm>
            <a:off x="294730" y="2324771"/>
            <a:ext cx="12174288" cy="4423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Definition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Network Function Virtualization (NFV) is a technology that runs network functions as software on virtual machines instead of dedicated hardware.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allows network services to be deployed quickly and managed easily.</a:t>
            </a:r>
          </a:p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Examples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Virtual Firewall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Virtual Router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Virtual Load Balancer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Virtual VPN Gateway</a:t>
            </a:r>
          </a:p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Benefits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Reduces hardware cost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Easy deployment</a:t>
            </a:r>
          </a:p>
          <a:p>
            <a:pPr marL="457200" indent="-317500" defTabSz="457200"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Faster service delivery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369356" y="1837519"/>
            <a:ext cx="11000348" cy="674589"/>
          </a:xfrm>
          <a:prstGeom prst="rect">
            <a:avLst/>
          </a:prstGeom>
        </p:spPr>
        <p:txBody>
          <a:bodyPr/>
          <a:lstStyle/>
          <a:p>
            <a:pPr defTabSz="365760">
              <a:defRPr b="1" sz="4240">
                <a:solidFill>
                  <a:srgbClr val="7D34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OSI Architecture:</a:t>
            </a:r>
          </a:p>
          <a:p>
            <a:pPr defTabSz="182880">
              <a:lnSpc>
                <a:spcPct val="100000"/>
              </a:lnSpc>
              <a:spcBef>
                <a:spcPts val="500"/>
              </a:spcBef>
              <a:defRPr b="1" sz="56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10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2769" y="181474"/>
            <a:ext cx="11560091" cy="11862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35274" y="2490770"/>
            <a:ext cx="6268512" cy="41790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xfrm>
            <a:off x="382306" y="1281289"/>
            <a:ext cx="10971494" cy="550370"/>
          </a:xfrm>
          <a:prstGeom prst="rect">
            <a:avLst/>
          </a:prstGeom>
        </p:spPr>
        <p:txBody>
          <a:bodyPr/>
          <a:lstStyle>
            <a:lvl1pPr>
              <a:defRPr b="1" sz="2400">
                <a:solidFill>
                  <a:srgbClr val="7D34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NFV AND THE OSI ARCHITECTURE:</a:t>
            </a:r>
          </a:p>
        </p:txBody>
      </p:sp>
      <p:pic>
        <p:nvPicPr>
          <p:cNvPr id="11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0926" y="127046"/>
            <a:ext cx="9447273" cy="97345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Relationship Between NFV and OSI…"/>
          <p:cNvSpPr txBox="1"/>
          <p:nvPr/>
        </p:nvSpPr>
        <p:spPr>
          <a:xfrm>
            <a:off x="382774" y="1871942"/>
            <a:ext cx="8449889" cy="471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Relationship Between NFV and OSI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NFV virtualizes network functions that operate at different OSI layers.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Common virtualized functions include: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Layer 3:</a:t>
            </a:r>
            <a:r>
              <a:t> Virtual Router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Layer 3 &amp; 4:</a:t>
            </a:r>
            <a:r>
              <a:t> Virtual Firewall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Layer 4 &amp; 7:</a:t>
            </a:r>
            <a:r>
              <a:t> Virtual Load Balancer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Layer 3:</a:t>
            </a:r>
            <a:r>
              <a:t> Virtual VPN</a:t>
            </a:r>
          </a:p>
          <a:p>
            <a:pPr defTabSz="457200">
              <a:spcBef>
                <a:spcPts val="14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Advantages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resource utilization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Flexible network management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Faster deployment of services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Reduced operational costs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xfrm>
            <a:off x="163512" y="1539874"/>
            <a:ext cx="11190289" cy="1000126"/>
          </a:xfrm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7D34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CONCLUSION:</a:t>
            </a:r>
          </a:p>
        </p:txBody>
      </p:sp>
      <p:pic>
        <p:nvPicPr>
          <p:cNvPr id="11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1547" y="167025"/>
            <a:ext cx="11538147" cy="1143011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Network Function Virtualization (NFV) makes networking more flexible by replacing hardware with software-based network functions.…"/>
          <p:cNvSpPr txBox="1"/>
          <p:nvPr/>
        </p:nvSpPr>
        <p:spPr>
          <a:xfrm>
            <a:off x="117324" y="2769838"/>
            <a:ext cx="10379718" cy="3012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317500" defTabSz="457200">
              <a:buSzPct val="100000"/>
              <a:buFont typeface="Times Roman"/>
              <a:buChar char="•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Network Function Virtualization (NFV) makes networking more flexible by replacing hardware with software-based network functions.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OSI architecture provides a standard framework for communication across networks.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Together, NFV and the OSI model improve network performance, scalability, and efficiency while reducing costs.</a:t>
            </a:r>
          </a:p>
          <a:p>
            <a:pPr defTabSz="457200"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HANK YOU!"/>
          <p:cNvSpPr txBox="1"/>
          <p:nvPr>
            <p:ph type="title"/>
          </p:nvPr>
        </p:nvSpPr>
        <p:spPr>
          <a:xfrm>
            <a:off x="515843" y="2448932"/>
            <a:ext cx="10515601" cy="1325564"/>
          </a:xfrm>
          <a:prstGeom prst="rect">
            <a:avLst/>
          </a:prstGeom>
        </p:spPr>
        <p:txBody>
          <a:bodyPr/>
          <a:lstStyle>
            <a:lvl1pPr defTabSz="786384">
              <a:defRPr sz="8084"/>
            </a:lvl1pPr>
          </a:lstStyle>
          <a:p>
            <a:pPr/>
            <a:r>
              <a:t>       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